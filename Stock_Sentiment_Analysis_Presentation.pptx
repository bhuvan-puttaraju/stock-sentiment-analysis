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2" r:id="rId9"/>
    <p:sldId id="27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46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24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30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6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9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7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7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0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2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09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4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</a:t>
            </a:r>
            <a:r>
              <a:rPr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510" y="2931687"/>
            <a:ext cx="6251303" cy="141326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 </a:t>
            </a:r>
            <a:r>
              <a:rPr sz="2400" dirty="0"/>
              <a:t>Presented by: </a:t>
            </a:r>
            <a:r>
              <a:rPr lang="en-IN" sz="2400" dirty="0"/>
              <a:t>Bhuvan P</a:t>
            </a:r>
          </a:p>
          <a:p>
            <a:pPr marL="0" indent="0">
              <a:buNone/>
            </a:pPr>
            <a:r>
              <a:rPr lang="en-IN" sz="2400" dirty="0"/>
              <a:t>                   Capstone Project 2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631" y="814220"/>
            <a:ext cx="6571343" cy="1049235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A3F39C-AD31-BAAA-ED00-7B2859D8B0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911" y="1853755"/>
            <a:ext cx="8350785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 movements are highly influenced by financial news and sentiments.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volumes of news data make manual analysis difficult and time-consuming.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Investors may miss important insights due to information overload.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of automated tools to quickly interpret market sentiment from news.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 for a system that can automatically classify news as positive or negative to support better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88B0AA-166F-7220-9C2F-05B0B9B15B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722" y="2107548"/>
            <a:ext cx="7673896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consists of historical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 news headlines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top news articles (Top1–Top25) for each day.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column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representing daily records.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Label column indicates sentiment: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Stock Up (Positive)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Stock Down (Negative)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training and testing the sentiment prediction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DBEA3F-B6D9-8CB4-A242-46B19726D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007" y="2137273"/>
            <a:ext cx="7094863" cy="3338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02F596-D82B-3304-98DC-E602D0491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1457" y="2478032"/>
            <a:ext cx="7171699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all text to lowercase to maintain consistency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special characters and numbers from the text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Tokenized sentences into individual words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common words that do not add meaning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stemming to reduce words to their root 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607334-57E8-28B3-597E-716DDE10B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3552" y="1911602"/>
            <a:ext cx="7777908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TF-IDF Vectorizer to convert text data into numerical format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same feature engineering technique across all models for consistency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Captured importance of words based on their frequency and relevance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 both unigrams and bigrams to improve context understanding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transformed features are suitable for machine learning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569" y="2412340"/>
            <a:ext cx="7590621" cy="34506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Logistic Regression</a:t>
            </a:r>
          </a:p>
          <a:p>
            <a:pPr algn="just"/>
            <a:r>
              <a:rPr lang="en-US" dirty="0"/>
              <a:t>A linear classification algorithm used for binary classification tasks</a:t>
            </a:r>
          </a:p>
          <a:p>
            <a:pPr algn="just"/>
            <a:r>
              <a:rPr lang="en-US" dirty="0"/>
              <a:t>Works well with high-dimensional sparse data like text</a:t>
            </a:r>
          </a:p>
          <a:p>
            <a:pPr algn="just"/>
            <a:r>
              <a:rPr lang="en-US" dirty="0"/>
              <a:t>Learns relationship between features and output using probability</a:t>
            </a:r>
          </a:p>
          <a:p>
            <a:pPr algn="just"/>
            <a:r>
              <a:rPr lang="en-US" dirty="0"/>
              <a:t>Efficient and fast for large datasets</a:t>
            </a:r>
          </a:p>
          <a:p>
            <a:pPr algn="just"/>
            <a:r>
              <a:rPr lang="en-US" dirty="0"/>
              <a:t>Performed best among all models in this project</a:t>
            </a:r>
          </a:p>
          <a:p>
            <a:pPr marL="0" indent="0" algn="just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F3A7-EAEB-2883-3A24-01E109DE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4BA2-BFF0-9EBE-41D6-E40C74AA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1C64-28F1-1B10-4D62-2B67FF191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569" y="2412340"/>
            <a:ext cx="7590621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Naive Bayes</a:t>
            </a:r>
          </a:p>
          <a:p>
            <a:r>
              <a:rPr lang="en-US" dirty="0"/>
              <a:t>Probabilistic classifier based on Bayes’ Theorem</a:t>
            </a:r>
          </a:p>
          <a:p>
            <a:r>
              <a:rPr lang="en-US" dirty="0"/>
              <a:t>Assumes independence between features (words)</a:t>
            </a:r>
          </a:p>
          <a:p>
            <a:r>
              <a:rPr lang="en-US" dirty="0"/>
              <a:t>Particularly effective for text classification tasks</a:t>
            </a:r>
          </a:p>
          <a:p>
            <a:r>
              <a:rPr lang="en-US" dirty="0"/>
              <a:t>Works well with TF-IDF features</a:t>
            </a:r>
          </a:p>
          <a:p>
            <a:r>
              <a:rPr lang="en-US" dirty="0"/>
              <a:t>Provides fast and reliable predictions</a:t>
            </a:r>
          </a:p>
        </p:txBody>
      </p:sp>
    </p:spTree>
    <p:extLst>
      <p:ext uri="{BB962C8B-B14F-4D97-AF65-F5344CB8AC3E}">
        <p14:creationId xmlns:p14="http://schemas.microsoft.com/office/powerpoint/2010/main" val="3153477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9C66-7AEE-7F64-32E1-73EC3808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F751-90C5-BED6-AC9D-224F30B2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63F3C-9AD7-164E-277A-0AC8A56E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569" y="2412340"/>
            <a:ext cx="7590621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Random Forest</a:t>
            </a:r>
          </a:p>
          <a:p>
            <a:r>
              <a:rPr lang="en-US" dirty="0"/>
              <a:t>Ensemble learning method based on multiple decision trees</a:t>
            </a:r>
          </a:p>
          <a:p>
            <a:r>
              <a:rPr lang="en-US" dirty="0"/>
              <a:t>Combines predictions from several trees to improve accuracy</a:t>
            </a:r>
          </a:p>
          <a:p>
            <a:r>
              <a:rPr lang="en-US" dirty="0"/>
              <a:t>Handles non-linear relationships in data</a:t>
            </a:r>
          </a:p>
          <a:p>
            <a:r>
              <a:rPr lang="en-US" dirty="0"/>
              <a:t>Less effective for sparse text data compared to other models</a:t>
            </a:r>
          </a:p>
          <a:p>
            <a:r>
              <a:rPr lang="en-US" dirty="0"/>
              <a:t>Used for comparison with other algorithms</a:t>
            </a:r>
          </a:p>
        </p:txBody>
      </p:sp>
    </p:spTree>
    <p:extLst>
      <p:ext uri="{BB962C8B-B14F-4D97-AF65-F5344CB8AC3E}">
        <p14:creationId xmlns:p14="http://schemas.microsoft.com/office/powerpoint/2010/main" val="85440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659" y="1633064"/>
            <a:ext cx="8482988" cy="385625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dirty="0"/>
              <a:t>Ensemble learning combines multiple machine learning models to improve prediction performance</a:t>
            </a:r>
          </a:p>
          <a:p>
            <a:pPr algn="just"/>
            <a:r>
              <a:rPr lang="en-US" dirty="0"/>
              <a:t>In this project, three models were used: Logistic Regression, Random Forest, and Naive Bayes</a:t>
            </a:r>
          </a:p>
          <a:p>
            <a:pPr algn="just"/>
            <a:r>
              <a:rPr lang="en-US" dirty="0"/>
              <a:t>Each model independently predicts the sentiment of the input news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Final prediction is determined using majority voting (most common output among models)</a:t>
            </a:r>
          </a:p>
          <a:p>
            <a:pPr algn="just"/>
            <a:r>
              <a:rPr lang="en-US" dirty="0"/>
              <a:t>This approach improves accuracy, reduces individual model errors, and provides more stable results</a:t>
            </a:r>
          </a:p>
          <a:p>
            <a:pPr marL="0" indent="0" algn="just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2" y="2015733"/>
            <a:ext cx="8659257" cy="345061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Model Evaluation</a:t>
            </a:r>
          </a:p>
          <a:p>
            <a:pPr>
              <a:lnSpc>
                <a:spcPct val="100000"/>
              </a:lnSpc>
            </a:pPr>
            <a:r>
              <a:rPr lang="en-US" dirty="0"/>
              <a:t>Evaluated model performance using accuracy score to measure overall correctness</a:t>
            </a:r>
          </a:p>
          <a:p>
            <a:pPr>
              <a:lnSpc>
                <a:spcPct val="100000"/>
              </a:lnSpc>
            </a:pPr>
            <a:r>
              <a:rPr lang="en-US" dirty="0"/>
              <a:t>Used confusion matrix to analyze correct and incorrect predictions (true positives, false positives, etc.)</a:t>
            </a:r>
          </a:p>
          <a:p>
            <a:pPr>
              <a:lnSpc>
                <a:spcPct val="100000"/>
              </a:lnSpc>
            </a:pPr>
            <a:r>
              <a:rPr lang="en-US" dirty="0"/>
              <a:t>Applied ROC curve and AUC score to assess model performance across different thresholds</a:t>
            </a:r>
          </a:p>
          <a:p>
            <a:pPr>
              <a:lnSpc>
                <a:spcPct val="100000"/>
              </a:lnSpc>
            </a:pPr>
            <a:r>
              <a:rPr lang="en-US" dirty="0"/>
              <a:t>Compared performance of Logistic Regression, Random Forest, and Naive Bayes</a:t>
            </a:r>
          </a:p>
          <a:p>
            <a:pPr>
              <a:lnSpc>
                <a:spcPct val="100000"/>
              </a:lnSpc>
            </a:pPr>
            <a:r>
              <a:rPr lang="en-US" dirty="0"/>
              <a:t>Logistic Regression showed the best performance, while ensemble voting improved overall reliability</a:t>
            </a:r>
          </a:p>
          <a:p>
            <a:pPr marL="0" indent="0">
              <a:lnSpc>
                <a:spcPct val="100000"/>
              </a:lnSpc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68A88C-D704-A3DD-942C-BC3DF47E2F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608" y="1878551"/>
            <a:ext cx="8538072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achieved the highest performance among all models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 performed well for text classification due to its probabilistic nature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showed comparatively lower performance on text data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(majority voting) improved overall prediction stability and reliability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successfully classified news headlines into positive and negative sentiment with good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04FF2E-DE97-D338-E3B0-5EABC763D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5530" y="2257173"/>
            <a:ext cx="8052204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an interactive web application using Streamlit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input custom news headlines for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random news feature to test the model on unseen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final sentiment prediction using majority voting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real-time prediction with a simple and user-friendly 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029" y="2015733"/>
            <a:ext cx="7700790" cy="3450613"/>
          </a:xfrm>
        </p:spPr>
        <p:txBody>
          <a:bodyPr>
            <a:noAutofit/>
          </a:bodyPr>
          <a:lstStyle/>
          <a:p>
            <a:r>
              <a:rPr lang="en-US" dirty="0"/>
              <a:t>Stock market movements are strongly influenced by news sentiment, enabling predictive analysis</a:t>
            </a:r>
          </a:p>
          <a:p>
            <a:r>
              <a:rPr lang="en-US" dirty="0"/>
              <a:t>The system helps investors make faster and more informed trading decisions</a:t>
            </a:r>
          </a:p>
          <a:p>
            <a:r>
              <a:rPr lang="en-US" dirty="0"/>
              <a:t>Early detection of negative sentiment supports effective risk management</a:t>
            </a:r>
          </a:p>
          <a:p>
            <a:r>
              <a:rPr lang="en-US" dirty="0"/>
              <a:t>Automates large-scale financial news analysis, reducing manual effort</a:t>
            </a:r>
          </a:p>
          <a:p>
            <a:r>
              <a:rPr lang="en-US" dirty="0"/>
              <a:t>Ensemble approach improves prediction reliability, making it suitable for real-world applications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27" y="2015733"/>
            <a:ext cx="7921127" cy="3450613"/>
          </a:xfrm>
        </p:spPr>
        <p:txBody>
          <a:bodyPr>
            <a:noAutofit/>
          </a:bodyPr>
          <a:lstStyle/>
          <a:p>
            <a:r>
              <a:rPr lang="en-US" dirty="0"/>
              <a:t>Developed an end-to-end NLP-based stock sentiment analysis system</a:t>
            </a:r>
          </a:p>
          <a:p>
            <a:r>
              <a:rPr lang="en-US" dirty="0"/>
              <a:t>Successfully converted unstructured news text into meaningful predictions</a:t>
            </a:r>
          </a:p>
          <a:p>
            <a:r>
              <a:rPr lang="en-US" dirty="0"/>
              <a:t>Implemented multiple machine learning models and compared their performance</a:t>
            </a:r>
          </a:p>
          <a:p>
            <a:r>
              <a:rPr lang="en-US" dirty="0"/>
              <a:t>Improved prediction reliability using ensemble (majority voting) approach</a:t>
            </a:r>
          </a:p>
          <a:p>
            <a:r>
              <a:rPr lang="en-US" dirty="0"/>
              <a:t>Built an interactive frontend application for real-time sentiment prediction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</TotalTime>
  <Words>698</Words>
  <Application>Microsoft Office PowerPoint</Application>
  <PresentationFormat>On-screen Show 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Stock Sentiment Analysis</vt:lpstr>
      <vt:lpstr>Problem Statement</vt:lpstr>
      <vt:lpstr>Dataset</vt:lpstr>
      <vt:lpstr>Workflow</vt:lpstr>
      <vt:lpstr>Preprocessing</vt:lpstr>
      <vt:lpstr>Feature Engineering</vt:lpstr>
      <vt:lpstr>Models Used</vt:lpstr>
      <vt:lpstr>Models Used</vt:lpstr>
      <vt:lpstr>Models Used</vt:lpstr>
      <vt:lpstr>Ensemble Learning</vt:lpstr>
      <vt:lpstr>Evaluation</vt:lpstr>
      <vt:lpstr>Results</vt:lpstr>
      <vt:lpstr>Frontend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Bhuvan P</cp:lastModifiedBy>
  <cp:revision>3</cp:revision>
  <dcterms:created xsi:type="dcterms:W3CDTF">2013-01-27T09:14:16Z</dcterms:created>
  <dcterms:modified xsi:type="dcterms:W3CDTF">2026-02-18T18:33:19Z</dcterms:modified>
  <cp:category/>
</cp:coreProperties>
</file>